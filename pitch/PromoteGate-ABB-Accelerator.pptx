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hamarit.github.io/promotegate-demo/" TargetMode="External"/><Relationship Id="rId2" Type="http://schemas.openxmlformats.org/officeDocument/2006/relationships/hyperlink" Target="https://github.com/dhamariT/promotegate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PROMOTEGATE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217920" y="329184"/>
            <a:ext cx="5513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spc="120" kern="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 ACCELERATOR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11274552" cy="13716"/>
          </a:xfrm>
          <a:prstGeom prst="rect">
            <a:avLst/>
          </a:prstGeom>
          <a:solidFill>
            <a:srgbClr val="D5CBBC"/>
          </a:solidFill>
          <a:ln w="12700">
            <a:solidFill>
              <a:srgbClr val="D5CBB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5156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MAINTENANCE LEAD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11247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 the model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11247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i="1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running.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457200" y="35204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failure model watches the robot only after it misses fewer faults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 the one already in production, without crying wolf.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4617720"/>
            <a:ext cx="12191695" cy="2240280"/>
          </a:xfrm>
          <a:prstGeom prst="rect">
            <a:avLst/>
          </a:prstGeom>
          <a:solidFill>
            <a:srgbClr val="0E1726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8280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5120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ABB cell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55778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Machining, welding, or assembly.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is an IRB 6660.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297680" y="48280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97680" y="5120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 it already writes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297680" y="55778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Current, force, torque, vibration,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with the job just run.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38160" y="48280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38160" y="5120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human click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138160" y="55778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 turns on only when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model is safer.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51560" y="25603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SHIFT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0" y="2560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20" kern="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PROMOTEGATE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621792"/>
            <a:ext cx="11274552" cy="13716"/>
          </a:xfrm>
          <a:prstGeom prst="rect">
            <a:avLst/>
          </a:prstGeom>
          <a:solidFill>
            <a:srgbClr val="D5CBBC"/>
          </a:solidFill>
          <a:ln w="12700">
            <a:solidFill>
              <a:srgbClr val="D5CB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Monday, before the shift starts.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 cut the same job. A new model trained overnight. One question: is it safer than the rule already watching the robot?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logged the shift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7200" y="3840480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Current, force, torque, and vibration, saved with the cutting job the arm just finished.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23036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096512" y="2103120"/>
            <a:ext cx="13716" cy="3246120"/>
          </a:xfrm>
          <a:prstGeom prst="rect">
            <a:avLst/>
          </a:prstGeom>
          <a:solidFill>
            <a:srgbClr val="D5CBBC"/>
          </a:solidFill>
          <a:ln w="12700">
            <a:solidFill>
              <a:srgbClr val="D5CBB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297680" y="265176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models get the same test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297680" y="3840480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model and the rule in production, scored on passes the new model has not seen.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297680" y="523036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SCORE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36992" y="2103120"/>
            <a:ext cx="13716" cy="3246120"/>
          </a:xfrm>
          <a:prstGeom prst="rect">
            <a:avLst/>
          </a:prstGeom>
          <a:solidFill>
            <a:srgbClr val="D5CBBC"/>
          </a:solidFill>
          <a:ln w="12700">
            <a:solidFill>
              <a:srgbClr val="D5CBB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138160" y="265176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 makes one call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138160" y="3840480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 it for the next shift, or leave production where it is. The reason is saved.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138160" y="523036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 Accelerator 2026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0" y="6510528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1  ·  Predictive maintenance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5390" cy="6858000"/>
          </a:xfrm>
          <a:prstGeom prst="rect">
            <a:avLst/>
          </a:prstGeom>
          <a:solidFill>
            <a:srgbClr val="0E1726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8912" y="4389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MISSES THE FAULT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1554480"/>
            <a:ext cx="5212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7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cell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7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out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7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mid-shift.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38912" y="47091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damaged tool or a drifting axis stays quiet. The line stops when the part, or the arm, does.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38912" y="6126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7C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missed fault is a line-down.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37960" y="4389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ALARMS ALL DAY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37960" y="1554480"/>
            <a:ext cx="5120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crew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537960" y="47091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Healthy passes get flagged. People clear the alarm and keep cutting.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6126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real fault is easy to ignore.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51560" y="25603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0" y="2560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20" kern="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PROMOTEGATE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621792"/>
            <a:ext cx="11274552" cy="13716"/>
          </a:xfrm>
          <a:prstGeom prst="rect">
            <a:avLst/>
          </a:prstGeom>
          <a:solidFill>
            <a:srgbClr val="D5CBBC"/>
          </a:solidFill>
          <a:ln w="12700">
            <a:solidFill>
              <a:srgbClr val="D5CB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steps. One screen.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11274552" cy="13716"/>
          </a:xfrm>
          <a:prstGeom prst="rect">
            <a:avLst/>
          </a:prstGeom>
          <a:solidFill>
            <a:srgbClr val="D5CBBC"/>
          </a:solidFill>
          <a:ln w="12700">
            <a:solidFill>
              <a:srgbClr val="D5CB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105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37360" y="175564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studio prepares the decision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737360" y="2212848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checks the recordings, trains LightGBM and XGBoost, and shows which sensors drove each warning.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108960"/>
            <a:ext cx="11274552" cy="13716"/>
          </a:xfrm>
          <a:prstGeom prst="rect">
            <a:avLst/>
          </a:prstGeom>
          <a:solidFill>
            <a:srgbClr val="D5CBBC"/>
          </a:solidFill>
          <a:ln w="12700">
            <a:solidFill>
              <a:srgbClr val="D5CBB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3649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37360" y="331012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 reads two comparisons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3767328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Faults missed, and false alarms, against the model already in production. Warning time appears only when the recordings have a failure clock.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663440"/>
            <a:ext cx="11274552" cy="13716"/>
          </a:xfrm>
          <a:prstGeom prst="rect">
            <a:avLst/>
          </a:prstGeom>
          <a:solidFill>
            <a:srgbClr val="D5CBBC"/>
          </a:solidFill>
          <a:ln w="12700">
            <a:solidFill>
              <a:srgbClr val="D5CB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9194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37360" y="486460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clicks Promote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737360" y="5321808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 are set before the test. The button turns on only when the new model is safer. The decision is written down either way.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 Accelerator 2026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6510528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1  ·  Predictive maintenance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51560" y="25603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0" y="2560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20" kern="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PROMOTEGATE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621792"/>
            <a:ext cx="11274552" cy="13716"/>
          </a:xfrm>
          <a:prstGeom prst="rect">
            <a:avLst/>
          </a:prstGeom>
          <a:solidFill>
            <a:srgbClr val="D5CBBC"/>
          </a:solidFill>
          <a:ln w="12700">
            <a:solidFill>
              <a:srgbClr val="D5CB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86384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ABB IRB 6660. 55 faults held back.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207008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 cutting passes. Healthy tool, damaged tool, or a drifted axis. These 55 faults were never used for training.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246888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55 missed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68880" y="21762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Vibration limit already in production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675120" y="2029968"/>
            <a:ext cx="5029200" cy="256032"/>
          </a:xfrm>
          <a:prstGeom prst="rect">
            <a:avLst/>
          </a:prstGeom>
          <a:solidFill>
            <a:srgbClr val="E6DDD0"/>
          </a:solidFill>
          <a:ln w="12700">
            <a:solidFill>
              <a:srgbClr val="E6DD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75120" y="2029968"/>
            <a:ext cx="3931920" cy="256032"/>
          </a:xfrm>
          <a:prstGeom prst="rect">
            <a:avLst/>
          </a:prstGeom>
          <a:solidFill>
            <a:srgbClr val="C4501A"/>
          </a:solidFill>
          <a:ln w="12700">
            <a:solidFill>
              <a:srgbClr val="C450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2468880" y="3063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55 missed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468880" y="336499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LightGBM. The lead may promote this one.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675120" y="3218688"/>
            <a:ext cx="5029200" cy="256032"/>
          </a:xfrm>
          <a:prstGeom prst="rect">
            <a:avLst/>
          </a:prstGeom>
          <a:solidFill>
            <a:srgbClr val="E6DDD0"/>
          </a:solidFill>
          <a:ln w="12700">
            <a:solidFill>
              <a:srgbClr val="E6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75120" y="3218688"/>
            <a:ext cx="365760" cy="256032"/>
          </a:xfrm>
          <a:prstGeom prst="rect">
            <a:avLst/>
          </a:prstGeom>
          <a:solidFill>
            <a:srgbClr val="0E1726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160520"/>
            <a:ext cx="11274552" cy="13716"/>
          </a:xfrm>
          <a:prstGeom prst="rect">
            <a:avLst/>
          </a:prstGeom>
          <a:solidFill>
            <a:srgbClr val="D5CBBC"/>
          </a:solidFill>
          <a:ln w="12700">
            <a:solidFill>
              <a:srgbClr val="D5CBB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4389120"/>
            <a:ext cx="3246120" cy="1874520"/>
          </a:xfrm>
          <a:prstGeom prst="rect">
            <a:avLst/>
          </a:prstGeom>
          <a:solidFill>
            <a:srgbClr val="0E1726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52628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7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40080" y="52578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alarms on healthy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passes LightGBM had not seen.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931920" y="44805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XGBOOST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931920" y="48463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of 55 missed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931920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83680" y="44805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ALARM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48463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 every pass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583680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35440" y="44805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ALARM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35440" y="48463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Misses every fault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35440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720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 Accelerator 2026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17920" y="6510528"/>
            <a:ext cx="5513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1  ·  Predictive maintenance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09160" cy="6858000"/>
          </a:xfrm>
          <a:prstGeom prst="rect">
            <a:avLst/>
          </a:prstGeom>
          <a:solidFill>
            <a:srgbClr val="0E1726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840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1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 ON THE FLOOR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097280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7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reads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7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84048" y="2606040"/>
            <a:ext cx="4023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E7C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controller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rgbClr val="E7C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the arm.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84048" y="397764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file the robot already writes is the input. A new model has to beat the one in production before it can watch the next shift.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84048" y="59893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 Accelerator 2026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74920" y="365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cell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74920" y="804672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Torque, current, force, and vibration are already on the robot. PromoteGate starts from that file.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74920" y="19202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job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074920" y="2359152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is cutting passes on an IRB 6660. A weld cell uses the same check on its own logs.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74920" y="34747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controller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074920" y="3913632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 commands stay with the controller. The arm keeps the program it was given.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74920" y="50292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separate click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074920" y="5468112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check can allow a model. Putting it into production is a person’s click, and the click is audited.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390" y="0"/>
            <a:ext cx="6096305" cy="6858000"/>
          </a:xfrm>
          <a:prstGeom prst="rect">
            <a:avLst/>
          </a:prstGeom>
          <a:solidFill>
            <a:srgbClr val="0E1726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8912" y="411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 THIS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155448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38912" y="26974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passes on one IRB 6660.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38912" y="329184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LightGBM has to beat a vibration limit. It missed 4 faults. Production missed 43.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38912" y="5989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result is already in the demo.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37960" y="411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LINE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37960" y="155448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7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6537960" y="26974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7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has to beat this one.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32918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new shift is another test. A busier plant is a harder bar. Production is whatever just earned the click.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5989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7C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 makes promotion harder.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 ACCELERATOR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7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decision.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02920" y="2103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opens on the IRB 6660 result. Promote turns on for LightGBM, and only for LightGBM.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2920" y="2971800"/>
            <a:ext cx="11183112" cy="13716"/>
          </a:xfrm>
          <a:prstGeom prst="rect">
            <a:avLst/>
          </a:prstGeom>
          <a:solidFill>
            <a:srgbClr val="2A3342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3246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20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502920" y="35661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u="sng" dirty="0">
                <a:solidFill>
                  <a:srgbClr val="F7F4E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dhamarit.github.io/promotegate-demo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42062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C45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1200" dirty="0"/>
          </a:p>
        </p:txBody>
      </p:sp>
      <p:sp>
        <p:nvSpPr>
          <p:cNvPr id="9" name="Text 7">
            <a:hlinkClick r:id="rId2" tooltip=""/>
          </p:cNvPr>
          <p:cNvSpPr/>
          <p:nvPr/>
        </p:nvSpPr>
        <p:spPr>
          <a:xfrm>
            <a:off x="502920" y="452628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u="sng" dirty="0">
                <a:solidFill>
                  <a:srgbClr val="F7F4E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github.com/dhamariT/promotegate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292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PromoteGate  ·  A person still clicks.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PromoteGate</dc:title>
  <dc:subject>ABB Accelerator 2026</dc:subject>
  <dc:creator>Dhamari Trice-Hanson</dc:creator>
  <cp:lastModifiedBy>Dhamari Trice-Hanson</cp:lastModifiedBy>
  <cp:revision>1</cp:revision>
  <dcterms:created xsi:type="dcterms:W3CDTF">2026-09-23T19:17:27Z</dcterms:created>
  <dcterms:modified xsi:type="dcterms:W3CDTF">2026-09-23T19:17:27Z</dcterms:modified>
</cp:coreProperties>
</file>