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hamarit.github.io/promotegate-demo/" TargetMode="External"/><Relationship Id="rId2" Type="http://schemas.openxmlformats.org/officeDocument/2006/relationships/hyperlink" Target="https://github.com/dhamariT/promotegat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60" kern="0" dirty="0">
                <a:solidFill>
                  <a:srgbClr val="E7B5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ABB ACCELERATOR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PromoteGate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7E1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a new failure model is allowed to watch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E7E1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robot, it has to beat the one already there.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AE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the maintenance lead on an ABB cell.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7AE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1  ·  Agentic predictive maintenance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before the shift starts.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98755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IRB has been cutting the same job. A new model trained on those logs overnight. The lead has one question: is it safer than the rule already watching the arm?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21762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B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58952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robot already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logged the shift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58952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Current, force, torque, and vibration, saved with the job the arm just ran.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9659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21762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B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90288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PromoteGate scores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models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90288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new model, and the rule already in production, on passes the new model has not seen.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65592" y="19659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1624" y="21762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B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21624" y="2788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lead makes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call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21624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 it for the next shift, or leave production where it is. The reason is saved.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finished training run can still be the wrong model to ship.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659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8D2E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MISSES THE FAULT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damaged tool or a drifting axis stays quiet. The cell finds out when the part, or the arm, does.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is a line-down event in the middle of the shift.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9659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9A3B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ALARMS ALL DAY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Healthy passes get flagged. The crew clears the alarm and keeps cutting.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4892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next real fault is easy to ignore.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lead does with it.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studio does the machine-learning work. The lead makes the call.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10512"/>
            <a:ext cx="640080" cy="640080"/>
          </a:xfrm>
          <a:prstGeom prst="ellipse">
            <a:avLst/>
          </a:prstGeom>
          <a:solidFill>
            <a:srgbClr val="9A3B16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C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645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studio prepares the decision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103120"/>
            <a:ext cx="9601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checks the recordings, trains two models, LightGBM and XGBoost, and shows which sensors drove each warning.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10896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3474720"/>
            <a:ext cx="640080" cy="640080"/>
          </a:xfrm>
          <a:prstGeom prst="ellipse">
            <a:avLst/>
          </a:prstGeom>
          <a:solidFill>
            <a:srgbClr val="9A3B1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35844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C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3101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lead reads two comparisons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3767328"/>
            <a:ext cx="9601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Faults missed, and false alarms, against the model already in production. Warning time is shown only when the recordings have a failure clock.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73168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5138928"/>
            <a:ext cx="640080" cy="640080"/>
          </a:xfrm>
          <a:prstGeom prst="ellipse">
            <a:avLst/>
          </a:prstGeom>
          <a:solidFill>
            <a:srgbClr val="9A3B1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524865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C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97433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button turns on only when it is safer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01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rules are set before the test. A person clicks Promote. The decision is written down either way.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run on a real ABB IRB 6660.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272 recorded cutting passes from a machining cell. Healthy tool, damaged tool, or a drifted axis. 55 faults were held back and never used for training.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664208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93852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8D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58952" y="2788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9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55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9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Faults missed by the vibration limit already in production.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664208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B6B43"/>
          </a:solidFill>
          <a:ln w="12700">
            <a:solidFill>
              <a:srgbClr val="1B6B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93852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90288" y="2788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7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55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7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Faults missed by LightGBM, the model the check will allow.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65592" y="1664208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1624" y="193852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B6B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421624" y="2788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9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 alarms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21624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9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Healthy passes LightGBM had not seen, and did not flag.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5230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 missed 41 of 55. An always-alarm rule and a never-alarm rule were refused. LightGBM may be promoted. It goes live when the lead clicks.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reads the log. The controller keeps the arm.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078992"/>
            <a:ext cx="11155680" cy="1042416"/>
          </a:xfrm>
          <a:prstGeom prst="rect">
            <a:avLst/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78992"/>
            <a:ext cx="73152" cy="1042416"/>
          </a:xfrm>
          <a:prstGeom prst="rect">
            <a:avLst/>
          </a:prstGeom>
          <a:solidFill>
            <a:srgbClr val="9A3B1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0700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cell, same controller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Torque, current, force, and vibration are already on the robot. PromoteGate starts from that file.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404872"/>
            <a:ext cx="11155680" cy="1042416"/>
          </a:xfrm>
          <a:prstGeom prst="rect">
            <a:avLst/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404872"/>
            <a:ext cx="73152" cy="1042416"/>
          </a:xfrm>
          <a:prstGeom prst="rect">
            <a:avLst/>
          </a:prstGeom>
          <a:solidFill>
            <a:srgbClr val="9A3B1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53288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job the arm is doing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97180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demo is cutting passes on an IRB 6660. A weld or assembly cell uses the same check on its own logs.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730752"/>
            <a:ext cx="11155680" cy="1042416"/>
          </a:xfrm>
          <a:prstGeom prst="rect">
            <a:avLst/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730752"/>
            <a:ext cx="73152" cy="1042416"/>
          </a:xfrm>
          <a:prstGeom prst="rect">
            <a:avLst/>
          </a:prstGeom>
          <a:solidFill>
            <a:srgbClr val="9A3B1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85876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controller keeps the path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commands stay with the controller. The arm keeps the program it was given.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5056632"/>
            <a:ext cx="11155680" cy="1042416"/>
          </a:xfrm>
          <a:prstGeom prst="rect">
            <a:avLst/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5056632"/>
            <a:ext cx="73152" cy="1042416"/>
          </a:xfrm>
          <a:prstGeom prst="rect">
            <a:avLst/>
          </a:prstGeom>
          <a:solidFill>
            <a:srgbClr val="9A3B1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84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person still presses Promote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562356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check can allow a model. Putting it into production is a separate click, and the click is audited.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shifts make the next model work harder.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6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busier plant is a harder test. Whatever is in production becomes the model the next one has to beat.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FFCF8"/>
          </a:solidFill>
          <a:ln w="12700">
            <a:solidFill>
              <a:srgbClr val="E4D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B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272 passes.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IRB 6660.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LightGBM has to beat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9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vibration limit.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211E1A"/>
          </a:solidFill>
          <a:ln w="12700">
            <a:solidFill>
              <a:srgbClr val="21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E7B5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THE 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69748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new shift is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test.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model has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beat LightGBM.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0" y="651052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1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6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the decision.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E1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demo opens on the IRB 6660 result. Promote turns on for LightGBM, and only for LightGBM.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40080" y="367588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u="sng" dirty="0">
                <a:solidFill>
                  <a:srgbClr val="E7B5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dhamarit.github.io/promotegate-demo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13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640080" y="4544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rgbClr val="D9D1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github.com/dhamariT/promotegate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PromoteGate   ·   ABB Accelerator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PromoteGate</dc:title>
  <dc:subject>ABB Accelerator 2026 — where this is used</dc:subject>
  <dc:creator>Dhamari Trice-Hanson</dc:creator>
  <cp:lastModifiedBy>Dhamari Trice-Hanson</cp:lastModifiedBy>
  <cp:revision>1</cp:revision>
  <dcterms:created xsi:type="dcterms:W3CDTF">2026-09-23T19:09:39Z</dcterms:created>
  <dcterms:modified xsi:type="dcterms:W3CDTF">2026-09-23T19:09:39Z</dcterms:modified>
</cp:coreProperties>
</file>